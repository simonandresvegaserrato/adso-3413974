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Phobos Bold" charset="1" panose="020008030600000200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8.png" Type="http://schemas.openxmlformats.org/officeDocument/2006/relationships/image"/><Relationship Id="rId8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500000">
            <a:off x="13167360" y="-1645920"/>
            <a:ext cx="8229600" cy="5760720"/>
            <a:chOff x="0" y="0"/>
            <a:chExt cx="1097280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7680960"/>
            </a:xfrm>
            <a:custGeom>
              <a:avLst/>
              <a:gdLst/>
              <a:ahLst/>
              <a:cxnLst/>
              <a:rect r="r" b="b" t="t" l="l"/>
              <a:pathLst>
                <a:path h="7680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680960"/>
                  </a:lnTo>
                  <a:lnTo>
                    <a:pt x="0" y="7680960"/>
                  </a:lnTo>
                  <a:close/>
                </a:path>
              </a:pathLst>
            </a:custGeom>
            <a:solidFill>
              <a:srgbClr val="9FCC00">
                <a:alpha val="117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1371600"/>
            <a:ext cx="1165860" cy="1165860"/>
            <a:chOff x="0" y="0"/>
            <a:chExt cx="1554480" cy="1554480"/>
          </a:xfrm>
        </p:grpSpPr>
        <p:sp>
          <p:nvSpPr>
            <p:cNvPr name="Freeform 5" id="5" descr="/home/claude/icons/dumbbell_lime.png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5860" y="2811780"/>
            <a:ext cx="13716000" cy="1508760"/>
            <a:chOff x="0" y="0"/>
            <a:chExt cx="182880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82880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64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POWERTRACK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4183380"/>
            <a:ext cx="13030200" cy="685800"/>
            <a:chOff x="0" y="0"/>
            <a:chExt cx="173736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37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D4FF3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Mini SRS — Sistema Integral de Gestión de Gimnasios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0152" y="5060632"/>
            <a:ext cx="4417695" cy="28575"/>
            <a:chOff x="0" y="0"/>
            <a:chExt cx="589026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90260" cy="38100"/>
            </a:xfrm>
            <a:custGeom>
              <a:avLst/>
              <a:gdLst/>
              <a:ahLst/>
              <a:cxnLst/>
              <a:rect r="r" b="b" t="t" l="l"/>
              <a:pathLst>
                <a:path h="38100" w="5890260">
                  <a:moveTo>
                    <a:pt x="0" y="0"/>
                  </a:moveTo>
                  <a:lnTo>
                    <a:pt x="5890260" y="381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962386" r="0" b="-2962386"/>
              </a:stretch>
            </a:blipFill>
            <a:ln w="28575" cap="sq">
              <a:solidFill>
                <a:srgbClr val="26262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8709660"/>
            <a:ext cx="10972800" cy="480060"/>
            <a:chOff x="0" y="0"/>
            <a:chExt cx="146304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9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SENA · Análisis y Desarrollo de Software (ADSO)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9162288"/>
            <a:ext cx="12344400" cy="480060"/>
            <a:chOff x="0" y="0"/>
            <a:chExt cx="164592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Autores: Juan Diego Hernández Velasco  ·  Instructora: Anyi Carolina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35">
                  <a:solidFill>
                    <a:srgbClr val="121212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Introducción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1704975"/>
            <a:ext cx="9757410" cy="2967990"/>
            <a:chOff x="0" y="0"/>
            <a:chExt cx="13009880" cy="3957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0988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3009880">
                  <a:moveTo>
                    <a:pt x="0" y="0"/>
                  </a:moveTo>
                  <a:lnTo>
                    <a:pt x="13009880" y="0"/>
                  </a:lnTo>
                  <a:lnTo>
                    <a:pt x="13009880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94460" y="1988820"/>
            <a:ext cx="8595360" cy="235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POWERTRACK es un sistema web para la administración de gimnasios que permite gestionar clientes, entrenadores, rutinas, ejercicios y el progreso físico de cada usuario.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72800" y="1714500"/>
            <a:ext cx="6446520" cy="2948940"/>
            <a:chOff x="0" y="0"/>
            <a:chExt cx="859536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53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931920"/>
                  </a:lnTo>
                  <a:lnTo>
                    <a:pt x="0" y="39319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0" y="2057400"/>
            <a:ext cx="576072" cy="576072"/>
            <a:chOff x="0" y="0"/>
            <a:chExt cx="768096" cy="768096"/>
          </a:xfrm>
        </p:grpSpPr>
        <p:sp>
          <p:nvSpPr>
            <p:cNvPr name="Freeform 11" id="11" descr="/home/claude/icons/bolt_lim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38660" y="2057400"/>
            <a:ext cx="4937760" cy="548640"/>
            <a:chOff x="0" y="0"/>
            <a:chExt cx="65836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475720" y="2771775"/>
            <a:ext cx="5509260" cy="170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plataforma web para optimizar la administración de gimnasios.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5143500"/>
            <a:ext cx="8229600" cy="438912"/>
            <a:chOff x="0" y="0"/>
            <a:chExt cx="1097280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9FCC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DEL SISTEMA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5692140"/>
            <a:ext cx="1618488" cy="658368"/>
            <a:chOff x="0" y="0"/>
            <a:chExt cx="2157984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75104" y="0"/>
                  </a:lnTo>
                  <a:cubicBezTo>
                    <a:pt x="2076069" y="0"/>
                    <a:pt x="2157984" y="81915"/>
                    <a:pt x="2157984" y="182880"/>
                  </a:cubicBezTo>
                  <a:lnTo>
                    <a:pt x="2157984" y="694944"/>
                  </a:lnTo>
                  <a:cubicBezTo>
                    <a:pt x="2157984" y="795909"/>
                    <a:pt x="2076069" y="877824"/>
                    <a:pt x="1975104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5692140"/>
            <a:ext cx="1618488" cy="658368"/>
            <a:chOff x="0" y="0"/>
            <a:chExt cx="2157984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1" t="0" r="-219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15798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60904" y="5692140"/>
            <a:ext cx="2269998" cy="658368"/>
            <a:chOff x="0" y="0"/>
            <a:chExt cx="3026664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26664" cy="877824"/>
            </a:xfrm>
            <a:custGeom>
              <a:avLst/>
              <a:gdLst/>
              <a:ahLst/>
              <a:cxnLst/>
              <a:rect r="r" b="b" t="t" l="l"/>
              <a:pathLst>
                <a:path h="877824" w="302666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43784" y="0"/>
                  </a:lnTo>
                  <a:cubicBezTo>
                    <a:pt x="2944749" y="0"/>
                    <a:pt x="3026664" y="81915"/>
                    <a:pt x="3026664" y="182880"/>
                  </a:cubicBezTo>
                  <a:lnTo>
                    <a:pt x="3026664" y="694944"/>
                  </a:lnTo>
                  <a:cubicBezTo>
                    <a:pt x="3026664" y="795909"/>
                    <a:pt x="2944749" y="877824"/>
                    <a:pt x="2843784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60904" y="5692140"/>
            <a:ext cx="2269998" cy="658368"/>
            <a:chOff x="0" y="0"/>
            <a:chExt cx="3026664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26664" cy="877824"/>
            </a:xfrm>
            <a:custGeom>
              <a:avLst/>
              <a:gdLst/>
              <a:ahLst/>
              <a:cxnLst/>
              <a:rect r="r" b="b" t="t" l="l"/>
              <a:pathLst>
                <a:path h="877824" w="3026664">
                  <a:moveTo>
                    <a:pt x="0" y="0"/>
                  </a:moveTo>
                  <a:lnTo>
                    <a:pt x="3026664" y="0"/>
                  </a:lnTo>
                  <a:lnTo>
                    <a:pt x="30266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82" r="0" b="-171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0266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50358" y="5692140"/>
            <a:ext cx="1618488" cy="658368"/>
            <a:chOff x="0" y="0"/>
            <a:chExt cx="2157984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75104" y="0"/>
                  </a:lnTo>
                  <a:cubicBezTo>
                    <a:pt x="2076069" y="0"/>
                    <a:pt x="2157984" y="81915"/>
                    <a:pt x="2157984" y="182880"/>
                  </a:cubicBezTo>
                  <a:lnTo>
                    <a:pt x="2157984" y="694944"/>
                  </a:lnTo>
                  <a:cubicBezTo>
                    <a:pt x="2157984" y="795909"/>
                    <a:pt x="2076069" y="877824"/>
                    <a:pt x="1975104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150358" y="5692140"/>
            <a:ext cx="1618488" cy="658368"/>
            <a:chOff x="0" y="0"/>
            <a:chExt cx="2157984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1" t="0" r="-219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5798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88302" y="5692140"/>
            <a:ext cx="2139696" cy="658368"/>
            <a:chOff x="0" y="0"/>
            <a:chExt cx="2852928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52928" cy="877824"/>
            </a:xfrm>
            <a:custGeom>
              <a:avLst/>
              <a:gdLst/>
              <a:ahLst/>
              <a:cxnLst/>
              <a:rect r="r" b="b" t="t" l="l"/>
              <a:pathLst>
                <a:path h="877824" w="285292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670048" y="0"/>
                  </a:lnTo>
                  <a:cubicBezTo>
                    <a:pt x="2771013" y="0"/>
                    <a:pt x="2852928" y="81915"/>
                    <a:pt x="2852928" y="182880"/>
                  </a:cubicBezTo>
                  <a:lnTo>
                    <a:pt x="2852928" y="694944"/>
                  </a:lnTo>
                  <a:cubicBezTo>
                    <a:pt x="2852928" y="795909"/>
                    <a:pt x="2771013" y="877824"/>
                    <a:pt x="2670048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988302" y="5692140"/>
            <a:ext cx="2139696" cy="658368"/>
            <a:chOff x="0" y="0"/>
            <a:chExt cx="2852928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52928" cy="877824"/>
            </a:xfrm>
            <a:custGeom>
              <a:avLst/>
              <a:gdLst/>
              <a:ahLst/>
              <a:cxnLst/>
              <a:rect r="r" b="b" t="t" l="l"/>
              <a:pathLst>
                <a:path h="87782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852928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Entrenadores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47454" y="5692140"/>
            <a:ext cx="1488186" cy="658368"/>
            <a:chOff x="0" y="0"/>
            <a:chExt cx="1984248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84248" cy="877824"/>
            </a:xfrm>
            <a:custGeom>
              <a:avLst/>
              <a:gdLst/>
              <a:ahLst/>
              <a:cxnLst/>
              <a:rect r="r" b="b" t="t" l="l"/>
              <a:pathLst>
                <a:path h="877824" w="198424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801368" y="0"/>
                  </a:lnTo>
                  <a:cubicBezTo>
                    <a:pt x="1902333" y="0"/>
                    <a:pt x="1984248" y="81915"/>
                    <a:pt x="1984248" y="182880"/>
                  </a:cubicBezTo>
                  <a:lnTo>
                    <a:pt x="1984248" y="694944"/>
                  </a:lnTo>
                  <a:cubicBezTo>
                    <a:pt x="1984248" y="795909"/>
                    <a:pt x="1902333" y="877824"/>
                    <a:pt x="1801368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47454" y="5692140"/>
            <a:ext cx="1488186" cy="658368"/>
            <a:chOff x="0" y="0"/>
            <a:chExt cx="1984248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84248" cy="877824"/>
            </a:xfrm>
            <a:custGeom>
              <a:avLst/>
              <a:gdLst/>
              <a:ahLst/>
              <a:cxnLst/>
              <a:rect r="r" b="b" t="t" l="l"/>
              <a:pathLst>
                <a:path h="877824" w="1984248">
                  <a:moveTo>
                    <a:pt x="0" y="0"/>
                  </a:moveTo>
                  <a:lnTo>
                    <a:pt x="1984248" y="0"/>
                  </a:lnTo>
                  <a:lnTo>
                    <a:pt x="198424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" t="0" r="-676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984248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Rutinas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055096" y="5692140"/>
            <a:ext cx="1879092" cy="658368"/>
            <a:chOff x="0" y="0"/>
            <a:chExt cx="2505456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05456" cy="877824"/>
            </a:xfrm>
            <a:custGeom>
              <a:avLst/>
              <a:gdLst/>
              <a:ahLst/>
              <a:cxnLst/>
              <a:rect r="r" b="b" t="t" l="l"/>
              <a:pathLst>
                <a:path h="877824" w="250545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322576" y="0"/>
                  </a:lnTo>
                  <a:cubicBezTo>
                    <a:pt x="2423541" y="0"/>
                    <a:pt x="2505456" y="81915"/>
                    <a:pt x="2505456" y="182880"/>
                  </a:cubicBezTo>
                  <a:lnTo>
                    <a:pt x="2505456" y="694944"/>
                  </a:lnTo>
                  <a:cubicBezTo>
                    <a:pt x="2505456" y="795909"/>
                    <a:pt x="2423541" y="877824"/>
                    <a:pt x="2322576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055096" y="5692140"/>
            <a:ext cx="1879092" cy="658368"/>
            <a:chOff x="0" y="0"/>
            <a:chExt cx="2505456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05456" cy="877824"/>
            </a:xfrm>
            <a:custGeom>
              <a:avLst/>
              <a:gdLst/>
              <a:ahLst/>
              <a:cxnLst/>
              <a:rect r="r" b="b" t="t" l="l"/>
              <a:pathLst>
                <a:path h="877824" w="2505456">
                  <a:moveTo>
                    <a:pt x="0" y="0"/>
                  </a:moveTo>
                  <a:lnTo>
                    <a:pt x="2505456" y="0"/>
                  </a:lnTo>
                  <a:lnTo>
                    <a:pt x="250545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3" r="0" b="-56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505456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Ejercicios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153644" y="5692140"/>
            <a:ext cx="1618488" cy="658368"/>
            <a:chOff x="0" y="0"/>
            <a:chExt cx="2157984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75104" y="0"/>
                  </a:lnTo>
                  <a:cubicBezTo>
                    <a:pt x="2076069" y="0"/>
                    <a:pt x="2157984" y="81915"/>
                    <a:pt x="2157984" y="182880"/>
                  </a:cubicBezTo>
                  <a:lnTo>
                    <a:pt x="2157984" y="694944"/>
                  </a:lnTo>
                  <a:cubicBezTo>
                    <a:pt x="2157984" y="795909"/>
                    <a:pt x="2076069" y="877824"/>
                    <a:pt x="1975104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153644" y="5692140"/>
            <a:ext cx="1618488" cy="658368"/>
            <a:chOff x="0" y="0"/>
            <a:chExt cx="2157984" cy="8778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1" t="0" r="-219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15798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991588" y="5692140"/>
            <a:ext cx="1618488" cy="658368"/>
            <a:chOff x="0" y="0"/>
            <a:chExt cx="2157984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75104" y="0"/>
                  </a:lnTo>
                  <a:cubicBezTo>
                    <a:pt x="2076069" y="0"/>
                    <a:pt x="2157984" y="81915"/>
                    <a:pt x="2157984" y="182880"/>
                  </a:cubicBezTo>
                  <a:lnTo>
                    <a:pt x="2157984" y="694944"/>
                  </a:lnTo>
                  <a:cubicBezTo>
                    <a:pt x="2157984" y="795909"/>
                    <a:pt x="2076069" y="877824"/>
                    <a:pt x="1975104" y="877824"/>
                  </a:cubicBezTo>
                  <a:lnTo>
                    <a:pt x="182880" y="877824"/>
                  </a:lnTo>
                  <a:cubicBezTo>
                    <a:pt x="81915" y="877824"/>
                    <a:pt x="0" y="795909"/>
                    <a:pt x="0" y="69494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991588" y="5692140"/>
            <a:ext cx="1618488" cy="658368"/>
            <a:chOff x="0" y="0"/>
            <a:chExt cx="2157984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57984" cy="877824"/>
            </a:xfrm>
            <a:custGeom>
              <a:avLst/>
              <a:gdLst/>
              <a:ahLst/>
              <a:cxnLst/>
              <a:rect r="r" b="b" t="t" l="l"/>
              <a:pathLst>
                <a:path h="87782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1" t="0" r="-219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15798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6789420"/>
            <a:ext cx="8229600" cy="438912"/>
            <a:chOff x="0" y="0"/>
            <a:chExt cx="1097280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9FCC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ACTORES DEL SISTEMA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3435" y="7328535"/>
            <a:ext cx="5436870" cy="1733550"/>
            <a:chOff x="0" y="0"/>
            <a:chExt cx="7249160" cy="2311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49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249160">
                  <a:moveTo>
                    <a:pt x="0" y="0"/>
                  </a:moveTo>
                  <a:lnTo>
                    <a:pt x="7249160" y="0"/>
                  </a:lnTo>
                  <a:lnTo>
                    <a:pt x="724916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24712" y="7680960"/>
            <a:ext cx="795528" cy="795528"/>
            <a:chOff x="0" y="0"/>
            <a:chExt cx="1060704" cy="10607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7859268"/>
            <a:ext cx="438912" cy="438912"/>
            <a:chOff x="0" y="0"/>
            <a:chExt cx="585216" cy="585216"/>
          </a:xfrm>
        </p:grpSpPr>
        <p:sp>
          <p:nvSpPr>
            <p:cNvPr name="Freeform 67" id="67" descr="/home/claude/icons/users_lim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125980" y="7543800"/>
            <a:ext cx="3977640" cy="411480"/>
            <a:chOff x="0" y="0"/>
            <a:chExt cx="530352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3035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12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2217420" y="8009382"/>
            <a:ext cx="37947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rutinas y registra progreso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505575" y="7328535"/>
            <a:ext cx="5436870" cy="1733550"/>
            <a:chOff x="0" y="0"/>
            <a:chExt cx="7249160" cy="2311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49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249160">
                  <a:moveTo>
                    <a:pt x="0" y="0"/>
                  </a:moveTo>
                  <a:lnTo>
                    <a:pt x="7249160" y="0"/>
                  </a:lnTo>
                  <a:lnTo>
                    <a:pt x="724916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6816852" y="7680960"/>
            <a:ext cx="795528" cy="795528"/>
            <a:chOff x="0" y="0"/>
            <a:chExt cx="1060704" cy="10607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995160" y="7859268"/>
            <a:ext cx="438912" cy="438912"/>
            <a:chOff x="0" y="0"/>
            <a:chExt cx="585216" cy="585216"/>
          </a:xfrm>
        </p:grpSpPr>
        <p:sp>
          <p:nvSpPr>
            <p:cNvPr name="Freeform 77" id="77" descr="/home/claude/icons/trainer_lim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818120" y="7543800"/>
            <a:ext cx="3977640" cy="411480"/>
            <a:chOff x="0" y="0"/>
            <a:chExt cx="530352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3035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12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Entrenador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7909560" y="8009382"/>
            <a:ext cx="37947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Crea y asigna rutinas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197715" y="7328535"/>
            <a:ext cx="5436870" cy="1733550"/>
            <a:chOff x="0" y="0"/>
            <a:chExt cx="7249160" cy="2311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249160" cy="2311400"/>
            </a:xfrm>
            <a:custGeom>
              <a:avLst/>
              <a:gdLst/>
              <a:ahLst/>
              <a:cxnLst/>
              <a:rect r="r" b="b" t="t" l="l"/>
              <a:pathLst>
                <a:path h="2311400" w="7249160">
                  <a:moveTo>
                    <a:pt x="0" y="0"/>
                  </a:moveTo>
                  <a:lnTo>
                    <a:pt x="7249160" y="0"/>
                  </a:lnTo>
                  <a:lnTo>
                    <a:pt x="724916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508992" y="7680960"/>
            <a:ext cx="795528" cy="795528"/>
            <a:chOff x="0" y="0"/>
            <a:chExt cx="1060704" cy="106070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687300" y="7859268"/>
            <a:ext cx="438912" cy="438912"/>
            <a:chOff x="0" y="0"/>
            <a:chExt cx="585216" cy="585216"/>
          </a:xfrm>
        </p:grpSpPr>
        <p:sp>
          <p:nvSpPr>
            <p:cNvPr name="Freeform 87" id="87" descr="/home/claude/icons/admin_lim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510260" y="7543800"/>
            <a:ext cx="3977640" cy="411480"/>
            <a:chOff x="0" y="0"/>
            <a:chExt cx="530352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03520" cy="548640"/>
            </a:xfrm>
            <a:custGeom>
              <a:avLst/>
              <a:gdLst/>
              <a:ahLst/>
              <a:cxnLst/>
              <a:rect r="r" b="b" t="t" l="l"/>
              <a:pathLst>
                <a:path h="548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53035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12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3601700" y="8009382"/>
            <a:ext cx="37947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 el sistema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822960"/>
            <a:chOff x="0" y="0"/>
            <a:chExt cx="146304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33">
                  <a:solidFill>
                    <a:srgbClr val="121212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Objetivos Específicos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493776" cy="493776"/>
            <a:chOff x="0" y="0"/>
            <a:chExt cx="658368" cy="658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493776" cy="493776"/>
            <a:chOff x="0" y="0"/>
            <a:chExt cx="658368" cy="658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8760" y="1824228"/>
            <a:ext cx="6309360" cy="548640"/>
            <a:chOff x="0" y="0"/>
            <a:chExt cx="84124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usuarios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619756"/>
            <a:ext cx="493776" cy="493776"/>
            <a:chOff x="0" y="0"/>
            <a:chExt cx="658368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2619756"/>
            <a:ext cx="493776" cy="493776"/>
            <a:chOff x="0" y="0"/>
            <a:chExt cx="658368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2592324"/>
            <a:ext cx="6309360" cy="548640"/>
            <a:chOff x="0" y="0"/>
            <a:chExt cx="84124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Administrar entrenadores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3387852"/>
            <a:ext cx="493776" cy="493776"/>
            <a:chOff x="0" y="0"/>
            <a:chExt cx="658368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387852"/>
            <a:ext cx="493776" cy="493776"/>
            <a:chOff x="0" y="0"/>
            <a:chExt cx="658368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8760" y="3360420"/>
            <a:ext cx="6309360" cy="548640"/>
            <a:chOff x="0" y="0"/>
            <a:chExt cx="841248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Crear y asignar rutinas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4155948"/>
            <a:ext cx="493776" cy="493776"/>
            <a:chOff x="0" y="0"/>
            <a:chExt cx="658368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4155948"/>
            <a:ext cx="493776" cy="493776"/>
            <a:chOff x="0" y="0"/>
            <a:chExt cx="658368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08760" y="4128516"/>
            <a:ext cx="6309360" cy="548640"/>
            <a:chOff x="0" y="0"/>
            <a:chExt cx="84124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progreso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4924044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4924044"/>
            <a:ext cx="493776" cy="493776"/>
            <a:chOff x="0" y="0"/>
            <a:chExt cx="658368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8760" y="4896612"/>
            <a:ext cx="6309360" cy="548640"/>
            <a:chOff x="0" y="0"/>
            <a:chExt cx="84124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366760" y="1577340"/>
            <a:ext cx="8229600" cy="480060"/>
            <a:chOff x="0" y="0"/>
            <a:chExt cx="1097280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FCC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MÓDULOS DEL SISTEMA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366760" y="2194560"/>
            <a:ext cx="4389120" cy="1440180"/>
            <a:chOff x="0" y="0"/>
            <a:chExt cx="585216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641080" y="2564892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791956" y="2715768"/>
            <a:ext cx="384048" cy="384048"/>
            <a:chOff x="0" y="0"/>
            <a:chExt cx="512064" cy="512064"/>
          </a:xfrm>
        </p:grpSpPr>
        <p:sp>
          <p:nvSpPr>
            <p:cNvPr name="Freeform 53" id="53" descr="/home/claude/icons/lock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32620" y="2194560"/>
            <a:ext cx="3017520" cy="1440180"/>
            <a:chOff x="0" y="0"/>
            <a:chExt cx="4023360" cy="1920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Autenticación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098780" y="2194560"/>
            <a:ext cx="4389120" cy="1440180"/>
            <a:chOff x="0" y="0"/>
            <a:chExt cx="5852160" cy="1920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373100" y="2564892"/>
            <a:ext cx="685800" cy="685800"/>
            <a:chOff x="0" y="0"/>
            <a:chExt cx="91440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523976" y="2715768"/>
            <a:ext cx="384048" cy="384048"/>
            <a:chOff x="0" y="0"/>
            <a:chExt cx="512064" cy="512064"/>
          </a:xfrm>
        </p:grpSpPr>
        <p:sp>
          <p:nvSpPr>
            <p:cNvPr name="Freeform 62" id="62" descr="/home/claude/icons/users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264640" y="2194560"/>
            <a:ext cx="3017520" cy="1440180"/>
            <a:chOff x="0" y="0"/>
            <a:chExt cx="4023360" cy="1920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Clientes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366760" y="3936492"/>
            <a:ext cx="4389120" cy="1440180"/>
            <a:chOff x="0" y="0"/>
            <a:chExt cx="5852160" cy="19202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641080" y="4306824"/>
            <a:ext cx="685800" cy="685800"/>
            <a:chOff x="0" y="0"/>
            <a:chExt cx="9144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791956" y="4457700"/>
            <a:ext cx="384048" cy="384048"/>
            <a:chOff x="0" y="0"/>
            <a:chExt cx="512064" cy="512064"/>
          </a:xfrm>
        </p:grpSpPr>
        <p:sp>
          <p:nvSpPr>
            <p:cNvPr name="Freeform 71" id="71" descr="/home/claude/icons/trainer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32620" y="3936492"/>
            <a:ext cx="3017520" cy="1440180"/>
            <a:chOff x="0" y="0"/>
            <a:chExt cx="4023360" cy="1920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Entrenadores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098780" y="3936492"/>
            <a:ext cx="4389120" cy="1440180"/>
            <a:chOff x="0" y="0"/>
            <a:chExt cx="5852160" cy="1920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373100" y="4306824"/>
            <a:ext cx="685800" cy="685800"/>
            <a:chOff x="0" y="0"/>
            <a:chExt cx="9144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523976" y="4457700"/>
            <a:ext cx="384048" cy="384048"/>
            <a:chOff x="0" y="0"/>
            <a:chExt cx="512064" cy="512064"/>
          </a:xfrm>
        </p:grpSpPr>
        <p:sp>
          <p:nvSpPr>
            <p:cNvPr name="Freeform 80" id="80" descr="/home/claude/icons/clipboard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264640" y="3936492"/>
            <a:ext cx="3017520" cy="1440180"/>
            <a:chOff x="0" y="0"/>
            <a:chExt cx="4023360" cy="19202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Rutinas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366760" y="5678424"/>
            <a:ext cx="4389120" cy="1440180"/>
            <a:chOff x="0" y="0"/>
            <a:chExt cx="5852160" cy="1920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641080" y="6048756"/>
            <a:ext cx="685800" cy="685800"/>
            <a:chOff x="0" y="0"/>
            <a:chExt cx="91440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791956" y="6199632"/>
            <a:ext cx="384048" cy="384048"/>
            <a:chOff x="0" y="0"/>
            <a:chExt cx="512064" cy="512064"/>
          </a:xfrm>
        </p:grpSpPr>
        <p:sp>
          <p:nvSpPr>
            <p:cNvPr name="Freeform 89" id="89" descr="/home/claude/icons/running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532620" y="5678424"/>
            <a:ext cx="3017520" cy="1440180"/>
            <a:chOff x="0" y="0"/>
            <a:chExt cx="4023360" cy="19202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Ejercicios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098780" y="5678424"/>
            <a:ext cx="4389120" cy="1440180"/>
            <a:chOff x="0" y="0"/>
            <a:chExt cx="5852160" cy="19202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373100" y="6048756"/>
            <a:ext cx="685800" cy="685800"/>
            <a:chOff x="0" y="0"/>
            <a:chExt cx="914400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523976" y="6199632"/>
            <a:ext cx="384048" cy="384048"/>
            <a:chOff x="0" y="0"/>
            <a:chExt cx="512064" cy="512064"/>
          </a:xfrm>
        </p:grpSpPr>
        <p:sp>
          <p:nvSpPr>
            <p:cNvPr name="Freeform 98" id="98" descr="/home/claude/icons/chart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264640" y="5678424"/>
            <a:ext cx="3017520" cy="1440180"/>
            <a:chOff x="0" y="0"/>
            <a:chExt cx="4023360" cy="19202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Progreso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366760" y="7420356"/>
            <a:ext cx="4389120" cy="1440180"/>
            <a:chOff x="0" y="0"/>
            <a:chExt cx="5852160" cy="19202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852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641080" y="7790688"/>
            <a:ext cx="685800" cy="685800"/>
            <a:chOff x="0" y="0"/>
            <a:chExt cx="914400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791956" y="7941564"/>
            <a:ext cx="384048" cy="384048"/>
            <a:chOff x="0" y="0"/>
            <a:chExt cx="512064" cy="512064"/>
          </a:xfrm>
        </p:grpSpPr>
        <p:sp>
          <p:nvSpPr>
            <p:cNvPr name="Freeform 107" id="107" descr="/home/claude/icons/file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532620" y="7420356"/>
            <a:ext cx="3017520" cy="1440180"/>
            <a:chOff x="0" y="0"/>
            <a:chExt cx="4023360" cy="19202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023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402336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33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Requerimientos Funcionales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2344400" cy="480060"/>
            <a:chOff x="0" y="0"/>
            <a:chExt cx="164592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D4FF3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14 requerimientos que definen el comportamiento esperado del sistema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8092440" cy="658368"/>
            <a:chOff x="0" y="0"/>
            <a:chExt cx="10789920" cy="877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7552" y="2263140"/>
            <a:ext cx="1028700" cy="658368"/>
            <a:chOff x="0" y="0"/>
            <a:chExt cx="137160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5980" y="2263140"/>
            <a:ext cx="6583680" cy="658368"/>
            <a:chOff x="0" y="0"/>
            <a:chExt cx="877824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usuarios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058668"/>
            <a:ext cx="8092440" cy="658368"/>
            <a:chOff x="0" y="0"/>
            <a:chExt cx="10789920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7552" y="3058668"/>
            <a:ext cx="1028700" cy="658368"/>
            <a:chOff x="0" y="0"/>
            <a:chExt cx="1371600" cy="877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25980" y="3058668"/>
            <a:ext cx="6583680" cy="658368"/>
            <a:chOff x="0" y="0"/>
            <a:chExt cx="8778240" cy="8778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Iniciar sesión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3854196"/>
            <a:ext cx="8092440" cy="658368"/>
            <a:chOff x="0" y="0"/>
            <a:chExt cx="1078992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7552" y="3854196"/>
            <a:ext cx="1028700" cy="658368"/>
            <a:chOff x="0" y="0"/>
            <a:chExt cx="137160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25980" y="3854196"/>
            <a:ext cx="6583680" cy="658368"/>
            <a:chOff x="0" y="0"/>
            <a:chExt cx="8778240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Recuperar contraseña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649724"/>
            <a:ext cx="8092440" cy="658368"/>
            <a:chOff x="0" y="0"/>
            <a:chExt cx="1078992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7552" y="4649724"/>
            <a:ext cx="1028700" cy="658368"/>
            <a:chOff x="0" y="0"/>
            <a:chExt cx="1371600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25980" y="4649724"/>
            <a:ext cx="6583680" cy="658368"/>
            <a:chOff x="0" y="0"/>
            <a:chExt cx="8778240" cy="877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Gestionar clientes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5445252"/>
            <a:ext cx="8092440" cy="658368"/>
            <a:chOff x="0" y="0"/>
            <a:chExt cx="1078992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" y="5445252"/>
            <a:ext cx="1028700" cy="658368"/>
            <a:chOff x="0" y="0"/>
            <a:chExt cx="137160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25980" y="5445252"/>
            <a:ext cx="6583680" cy="658368"/>
            <a:chOff x="0" y="0"/>
            <a:chExt cx="877824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Gestionar entrenadores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240780"/>
            <a:ext cx="8092440" cy="658368"/>
            <a:chOff x="0" y="0"/>
            <a:chExt cx="10789920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7552" y="6240780"/>
            <a:ext cx="1028700" cy="658368"/>
            <a:chOff x="0" y="0"/>
            <a:chExt cx="13716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25980" y="6240780"/>
            <a:ext cx="6583680" cy="658368"/>
            <a:chOff x="0" y="0"/>
            <a:chExt cx="877824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Gestionar ejercicios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036308"/>
            <a:ext cx="8092440" cy="658368"/>
            <a:chOff x="0" y="0"/>
            <a:chExt cx="10789920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7552" y="7036308"/>
            <a:ext cx="1028700" cy="658368"/>
            <a:chOff x="0" y="0"/>
            <a:chExt cx="137160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125980" y="7036308"/>
            <a:ext cx="6583680" cy="658368"/>
            <a:chOff x="0" y="0"/>
            <a:chExt cx="8778240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Crear rutinas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26880" y="2263140"/>
            <a:ext cx="8092440" cy="658368"/>
            <a:chOff x="0" y="0"/>
            <a:chExt cx="1078992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491472" y="2263140"/>
            <a:ext cx="1028700" cy="658368"/>
            <a:chOff x="0" y="0"/>
            <a:chExt cx="137160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629900" y="2263140"/>
            <a:ext cx="6583680" cy="658368"/>
            <a:chOff x="0" y="0"/>
            <a:chExt cx="877824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Editar rutinas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26880" y="3058668"/>
            <a:ext cx="8092440" cy="658368"/>
            <a:chOff x="0" y="0"/>
            <a:chExt cx="10789920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91472" y="3058668"/>
            <a:ext cx="1028700" cy="658368"/>
            <a:chOff x="0" y="0"/>
            <a:chExt cx="137160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RF09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29900" y="3058668"/>
            <a:ext cx="6583680" cy="658368"/>
            <a:chOff x="0" y="0"/>
            <a:chExt cx="877824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Asignar rutinas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6880" y="3854196"/>
            <a:ext cx="8092440" cy="658368"/>
            <a:chOff x="0" y="0"/>
            <a:chExt cx="10789920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91472" y="3854196"/>
            <a:ext cx="1028700" cy="658368"/>
            <a:chOff x="0" y="0"/>
            <a:chExt cx="1371600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RF10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29900" y="3854196"/>
            <a:ext cx="6583680" cy="658368"/>
            <a:chOff x="0" y="0"/>
            <a:chExt cx="8778240" cy="8778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progreso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26880" y="4649724"/>
            <a:ext cx="8092440" cy="658368"/>
            <a:chOff x="0" y="0"/>
            <a:chExt cx="10789920" cy="87782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491472" y="4649724"/>
            <a:ext cx="1028700" cy="658368"/>
            <a:chOff x="0" y="0"/>
            <a:chExt cx="1371600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RF11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629900" y="4649724"/>
            <a:ext cx="6583680" cy="658368"/>
            <a:chOff x="0" y="0"/>
            <a:chExt cx="8778240" cy="87782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Consultar historial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26880" y="5445252"/>
            <a:ext cx="8092440" cy="658368"/>
            <a:chOff x="0" y="0"/>
            <a:chExt cx="10789920" cy="87782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91472" y="5445252"/>
            <a:ext cx="1028700" cy="658368"/>
            <a:chOff x="0" y="0"/>
            <a:chExt cx="1371600" cy="8778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629900" y="5445252"/>
            <a:ext cx="6583680" cy="658368"/>
            <a:chOff x="0" y="0"/>
            <a:chExt cx="8778240" cy="8778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326880" y="6240780"/>
            <a:ext cx="8092440" cy="658368"/>
            <a:chOff x="0" y="0"/>
            <a:chExt cx="10789920" cy="8778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491472" y="6240780"/>
            <a:ext cx="1028700" cy="658368"/>
            <a:chOff x="0" y="0"/>
            <a:chExt cx="1371600" cy="8778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RF13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629900" y="6240780"/>
            <a:ext cx="6583680" cy="658368"/>
            <a:chOff x="0" y="0"/>
            <a:chExt cx="8778240" cy="87782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Administrar usuarios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326880" y="7036308"/>
            <a:ext cx="8092440" cy="658368"/>
            <a:chOff x="0" y="0"/>
            <a:chExt cx="10789920" cy="87782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491472" y="7036308"/>
            <a:ext cx="1028700" cy="658368"/>
            <a:chOff x="0" y="0"/>
            <a:chExt cx="1371600" cy="87782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71600" cy="877824"/>
            </a:xfrm>
            <a:custGeom>
              <a:avLst/>
              <a:gdLst/>
              <a:ahLst/>
              <a:cxnLst/>
              <a:rect r="r" b="b" t="t" l="l"/>
              <a:pathLst>
                <a:path h="87782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371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RF14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629900" y="7036308"/>
            <a:ext cx="6583680" cy="658368"/>
            <a:chOff x="0" y="0"/>
            <a:chExt cx="8778240" cy="87782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7782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2F2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Visualizar estadísticas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33">
                  <a:solidFill>
                    <a:srgbClr val="121212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Requerimientos No Funcionales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2344400" cy="480060"/>
            <a:chOff x="0" y="0"/>
            <a:chExt cx="164592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Cualidades que garantizan un servicio confiable y de calidad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3228594" cy="4133850"/>
            <a:chOff x="0" y="0"/>
            <a:chExt cx="4304792" cy="5511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04792" cy="5511800"/>
            </a:xfrm>
            <a:custGeom>
              <a:avLst/>
              <a:gdLst/>
              <a:ahLst/>
              <a:cxnLst/>
              <a:rect r="r" b="b" t="t" l="l"/>
              <a:pathLst>
                <a:path h="5511800" w="4304792">
                  <a:moveTo>
                    <a:pt x="0" y="0"/>
                  </a:moveTo>
                  <a:lnTo>
                    <a:pt x="4304792" y="0"/>
                  </a:lnTo>
                  <a:lnTo>
                    <a:pt x="4304792" y="5511800"/>
                  </a:lnTo>
                  <a:lnTo>
                    <a:pt x="0" y="5511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47672" y="281178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80844" y="3044952"/>
            <a:ext cx="493776" cy="493776"/>
            <a:chOff x="0" y="0"/>
            <a:chExt cx="658368" cy="658368"/>
          </a:xfrm>
        </p:grpSpPr>
        <p:sp>
          <p:nvSpPr>
            <p:cNvPr name="Freeform 13" id="13" descr="/home/claude/icons/shield_lim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51560" y="3975735"/>
            <a:ext cx="275234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212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Seguridad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0140" y="4720590"/>
            <a:ext cx="2615184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5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Protección de datos y acceso controlado por roles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97299" y="2390775"/>
            <a:ext cx="3228594" cy="4133850"/>
            <a:chOff x="0" y="0"/>
            <a:chExt cx="4304792" cy="551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04792" cy="5511800"/>
            </a:xfrm>
            <a:custGeom>
              <a:avLst/>
              <a:gdLst/>
              <a:ahLst/>
              <a:cxnLst/>
              <a:rect r="r" b="b" t="t" l="l"/>
              <a:pathLst>
                <a:path h="5511800" w="4304792">
                  <a:moveTo>
                    <a:pt x="0" y="0"/>
                  </a:moveTo>
                  <a:lnTo>
                    <a:pt x="4304792" y="0"/>
                  </a:lnTo>
                  <a:lnTo>
                    <a:pt x="4304792" y="5511800"/>
                  </a:lnTo>
                  <a:lnTo>
                    <a:pt x="0" y="5511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31536" y="2811780"/>
            <a:ext cx="960120" cy="960120"/>
            <a:chOff x="0" y="0"/>
            <a:chExt cx="12801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64708" y="3044952"/>
            <a:ext cx="493776" cy="493776"/>
            <a:chOff x="0" y="0"/>
            <a:chExt cx="658368" cy="658368"/>
          </a:xfrm>
        </p:grpSpPr>
        <p:sp>
          <p:nvSpPr>
            <p:cNvPr name="Freeform 21" id="21" descr="/home/claude/icons/gauge_lim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535424" y="3975735"/>
            <a:ext cx="275234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212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Respuesta &lt; 3s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4004" y="4720590"/>
            <a:ext cx="2615184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5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Tiempos de respuesta ágiles en toda la plataforma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781163" y="2390775"/>
            <a:ext cx="3228594" cy="4133850"/>
            <a:chOff x="0" y="0"/>
            <a:chExt cx="4304792" cy="5511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04792" cy="5511800"/>
            </a:xfrm>
            <a:custGeom>
              <a:avLst/>
              <a:gdLst/>
              <a:ahLst/>
              <a:cxnLst/>
              <a:rect r="r" b="b" t="t" l="l"/>
              <a:pathLst>
                <a:path h="5511800" w="4304792">
                  <a:moveTo>
                    <a:pt x="0" y="0"/>
                  </a:moveTo>
                  <a:lnTo>
                    <a:pt x="4304792" y="0"/>
                  </a:lnTo>
                  <a:lnTo>
                    <a:pt x="4304792" y="5511800"/>
                  </a:lnTo>
                  <a:lnTo>
                    <a:pt x="0" y="5511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915400" y="2811780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8572" y="3044952"/>
            <a:ext cx="493776" cy="493776"/>
            <a:chOff x="0" y="0"/>
            <a:chExt cx="658368" cy="658368"/>
          </a:xfrm>
        </p:grpSpPr>
        <p:sp>
          <p:nvSpPr>
            <p:cNvPr name="Freeform 29" id="29" descr="/home/claude/icons/mobile_lim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019288" y="3975735"/>
            <a:ext cx="275234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212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 Responsive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87868" y="4720590"/>
            <a:ext cx="2615184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5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Adaptable a dispositivos móviles y de escritorio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265027" y="2390775"/>
            <a:ext cx="3228594" cy="4133850"/>
            <a:chOff x="0" y="0"/>
            <a:chExt cx="4304792" cy="551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04792" cy="5511800"/>
            </a:xfrm>
            <a:custGeom>
              <a:avLst/>
              <a:gdLst/>
              <a:ahLst/>
              <a:cxnLst/>
              <a:rect r="r" b="b" t="t" l="l"/>
              <a:pathLst>
                <a:path h="5511800" w="4304792">
                  <a:moveTo>
                    <a:pt x="0" y="0"/>
                  </a:moveTo>
                  <a:lnTo>
                    <a:pt x="4304792" y="0"/>
                  </a:lnTo>
                  <a:lnTo>
                    <a:pt x="4304792" y="5511800"/>
                  </a:lnTo>
                  <a:lnTo>
                    <a:pt x="0" y="5511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99264" y="281178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632436" y="3044952"/>
            <a:ext cx="493776" cy="493776"/>
            <a:chOff x="0" y="0"/>
            <a:chExt cx="658368" cy="658368"/>
          </a:xfrm>
        </p:grpSpPr>
        <p:sp>
          <p:nvSpPr>
            <p:cNvPr name="Freeform 37" id="37" descr="/home/claude/icons/check_lim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503152" y="3975735"/>
            <a:ext cx="275234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212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Compatibilidad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71732" y="4720590"/>
            <a:ext cx="2615184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5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 en navegadores modernos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748891" y="2390775"/>
            <a:ext cx="3228594" cy="4133850"/>
            <a:chOff x="0" y="0"/>
            <a:chExt cx="4304792" cy="5511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04792" cy="5511800"/>
            </a:xfrm>
            <a:custGeom>
              <a:avLst/>
              <a:gdLst/>
              <a:ahLst/>
              <a:cxnLst/>
              <a:rect r="r" b="b" t="t" l="l"/>
              <a:pathLst>
                <a:path h="5511800" w="4304792">
                  <a:moveTo>
                    <a:pt x="0" y="0"/>
                  </a:moveTo>
                  <a:lnTo>
                    <a:pt x="4304792" y="0"/>
                  </a:lnTo>
                  <a:lnTo>
                    <a:pt x="4304792" y="5511800"/>
                  </a:lnTo>
                  <a:lnTo>
                    <a:pt x="0" y="5511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4E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5883128" y="281178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116300" y="3044952"/>
            <a:ext cx="493776" cy="493776"/>
            <a:chOff x="0" y="0"/>
            <a:chExt cx="658368" cy="658368"/>
          </a:xfrm>
        </p:grpSpPr>
        <p:sp>
          <p:nvSpPr>
            <p:cNvPr name="Freeform 45" id="45" descr="/home/claude/icons/bolt_lim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987016" y="3975735"/>
            <a:ext cx="275234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212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Disponibilidad 99%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55596" y="4720590"/>
            <a:ext cx="2615184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5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 estable y accesible en todo momento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33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Diagrama de Casos de Uso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4412" y="2111692"/>
            <a:ext cx="988695" cy="988695"/>
            <a:chOff x="0" y="0"/>
            <a:chExt cx="1318260" cy="1318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8260" cy="1318260"/>
            </a:xfrm>
            <a:custGeom>
              <a:avLst/>
              <a:gdLst/>
              <a:ahLst/>
              <a:cxnLst/>
              <a:rect r="r" b="b" t="t" l="l"/>
              <a:pathLst>
                <a:path h="1318260" w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E1E1E"/>
            </a:solid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8156" y="2345436"/>
            <a:ext cx="521208" cy="521208"/>
            <a:chOff x="0" y="0"/>
            <a:chExt cx="694944" cy="694944"/>
          </a:xfrm>
        </p:grpSpPr>
        <p:sp>
          <p:nvSpPr>
            <p:cNvPr name="Freeform 8" id="8" descr="/home/claude/icons/users_lim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4320" y="3154680"/>
            <a:ext cx="2468880" cy="480060"/>
            <a:chOff x="0" y="0"/>
            <a:chExt cx="329184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91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606040" y="2263140"/>
            <a:ext cx="2619756" cy="685800"/>
            <a:chOff x="0" y="0"/>
            <a:chExt cx="3493008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93008" cy="914400"/>
            </a:xfrm>
            <a:custGeom>
              <a:avLst/>
              <a:gdLst/>
              <a:ahLst/>
              <a:cxnLst/>
              <a:rect r="r" b="b" t="t" l="l"/>
              <a:pathLst>
                <a:path h="914400" w="34930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46704" y="0"/>
                  </a:lnTo>
                  <a:cubicBezTo>
                    <a:pt x="3427476" y="0"/>
                    <a:pt x="3493008" y="65532"/>
                    <a:pt x="3493008" y="146304"/>
                  </a:cubicBezTo>
                  <a:lnTo>
                    <a:pt x="3493008" y="768096"/>
                  </a:lnTo>
                  <a:cubicBezTo>
                    <a:pt x="3493008" y="848868"/>
                    <a:pt x="3427476" y="914400"/>
                    <a:pt x="3346704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06040" y="2263140"/>
            <a:ext cx="2619756" cy="685800"/>
            <a:chOff x="0" y="0"/>
            <a:chExt cx="3493008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93008" cy="914400"/>
            </a:xfrm>
            <a:custGeom>
              <a:avLst/>
              <a:gdLst/>
              <a:ahLst/>
              <a:cxnLst/>
              <a:rect r="r" b="b" t="t" l="l"/>
              <a:pathLst>
                <a:path h="91440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32" r="0" b="-244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493008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/ Login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11508" y="2591752"/>
            <a:ext cx="412623" cy="28575"/>
            <a:chOff x="0" y="0"/>
            <a:chExt cx="550164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0164" cy="38100"/>
            </a:xfrm>
            <a:custGeom>
              <a:avLst/>
              <a:gdLst/>
              <a:ahLst/>
              <a:cxnLst/>
              <a:rect r="r" b="b" t="t" l="l"/>
              <a:pathLst>
                <a:path h="38100" w="550164">
                  <a:moveTo>
                    <a:pt x="0" y="0"/>
                  </a:moveTo>
                  <a:lnTo>
                    <a:pt x="550164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1363" r="0" b="-231363"/>
              </a:stretch>
            </a:blip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609844" y="2263140"/>
            <a:ext cx="1570482" cy="685800"/>
            <a:chOff x="0" y="0"/>
            <a:chExt cx="2093976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3976" cy="914400"/>
            </a:xfrm>
            <a:custGeom>
              <a:avLst/>
              <a:gdLst/>
              <a:ahLst/>
              <a:cxnLst/>
              <a:rect r="r" b="b" t="t" l="l"/>
              <a:pathLst>
                <a:path h="914400" w="209397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947672" y="0"/>
                  </a:lnTo>
                  <a:cubicBezTo>
                    <a:pt x="2028444" y="0"/>
                    <a:pt x="2093976" y="65532"/>
                    <a:pt x="2093976" y="146304"/>
                  </a:cubicBezTo>
                  <a:lnTo>
                    <a:pt x="2093976" y="768096"/>
                  </a:lnTo>
                  <a:cubicBezTo>
                    <a:pt x="2093976" y="848868"/>
                    <a:pt x="2028444" y="914400"/>
                    <a:pt x="1947672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609844" y="2263140"/>
            <a:ext cx="1570482" cy="685800"/>
            <a:chOff x="0" y="0"/>
            <a:chExt cx="2093976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93976" cy="914400"/>
            </a:xfrm>
            <a:custGeom>
              <a:avLst/>
              <a:gdLst/>
              <a:ahLst/>
              <a:cxnLst/>
              <a:rect r="r" b="b" t="t" l="l"/>
              <a:pathLst>
                <a:path h="914400" w="2093976">
                  <a:moveTo>
                    <a:pt x="0" y="0"/>
                  </a:moveTo>
                  <a:lnTo>
                    <a:pt x="2093976" y="0"/>
                  </a:lnTo>
                  <a:lnTo>
                    <a:pt x="2093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27" t="0" r="-602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093976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Rutinas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66038" y="2591752"/>
            <a:ext cx="412623" cy="28575"/>
            <a:chOff x="0" y="0"/>
            <a:chExt cx="550164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0164" cy="38100"/>
            </a:xfrm>
            <a:custGeom>
              <a:avLst/>
              <a:gdLst/>
              <a:ahLst/>
              <a:cxnLst/>
              <a:rect r="r" b="b" t="t" l="l"/>
              <a:pathLst>
                <a:path h="38100" w="550164">
                  <a:moveTo>
                    <a:pt x="0" y="0"/>
                  </a:moveTo>
                  <a:lnTo>
                    <a:pt x="550164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1363" r="0" b="-231363"/>
              </a:stretch>
            </a:blip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564374" y="2263140"/>
            <a:ext cx="1687068" cy="685800"/>
            <a:chOff x="0" y="0"/>
            <a:chExt cx="2249424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03120" y="0"/>
                  </a:lnTo>
                  <a:cubicBezTo>
                    <a:pt x="2183892" y="0"/>
                    <a:pt x="2249424" y="65532"/>
                    <a:pt x="2249424" y="146304"/>
                  </a:cubicBezTo>
                  <a:lnTo>
                    <a:pt x="2249424" y="768096"/>
                  </a:lnTo>
                  <a:cubicBezTo>
                    <a:pt x="2249424" y="848868"/>
                    <a:pt x="2183892" y="914400"/>
                    <a:pt x="210312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64374" y="2263140"/>
            <a:ext cx="1687068" cy="685800"/>
            <a:chOff x="0" y="0"/>
            <a:chExt cx="2249424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0"/>
                  </a:moveTo>
                  <a:lnTo>
                    <a:pt x="2249424" y="0"/>
                  </a:lnTo>
                  <a:lnTo>
                    <a:pt x="22494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55" t="0" r="-215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24942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4412" y="4169092"/>
            <a:ext cx="988695" cy="988695"/>
            <a:chOff x="0" y="0"/>
            <a:chExt cx="1318260" cy="13182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8260" cy="1318260"/>
            </a:xfrm>
            <a:custGeom>
              <a:avLst/>
              <a:gdLst/>
              <a:ahLst/>
              <a:cxnLst/>
              <a:rect r="r" b="b" t="t" l="l"/>
              <a:pathLst>
                <a:path h="1318260" w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E1E1E"/>
            </a:solid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8156" y="4402836"/>
            <a:ext cx="521208" cy="521208"/>
            <a:chOff x="0" y="0"/>
            <a:chExt cx="694944" cy="694944"/>
          </a:xfrm>
        </p:grpSpPr>
        <p:sp>
          <p:nvSpPr>
            <p:cNvPr name="Freeform 34" id="34" descr="/home/claude/icons/trainer_lim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4320" y="5212080"/>
            <a:ext cx="2468880" cy="480060"/>
            <a:chOff x="0" y="0"/>
            <a:chExt cx="32918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291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Entrenador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606040" y="4320540"/>
            <a:ext cx="2153412" cy="685800"/>
            <a:chOff x="0" y="0"/>
            <a:chExt cx="2871216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71216" cy="914400"/>
            </a:xfrm>
            <a:custGeom>
              <a:avLst/>
              <a:gdLst/>
              <a:ahLst/>
              <a:cxnLst/>
              <a:rect r="r" b="b" t="t" l="l"/>
              <a:pathLst>
                <a:path h="914400" w="287121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24912" y="0"/>
                  </a:lnTo>
                  <a:cubicBezTo>
                    <a:pt x="2805684" y="0"/>
                    <a:pt x="2871216" y="65532"/>
                    <a:pt x="2871216" y="146304"/>
                  </a:cubicBezTo>
                  <a:lnTo>
                    <a:pt x="2871216" y="768096"/>
                  </a:lnTo>
                  <a:cubicBezTo>
                    <a:pt x="2871216" y="848868"/>
                    <a:pt x="2805684" y="914400"/>
                    <a:pt x="2724912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606040" y="4320540"/>
            <a:ext cx="2153412" cy="685800"/>
            <a:chOff x="0" y="0"/>
            <a:chExt cx="2871216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71216" cy="914400"/>
            </a:xfrm>
            <a:custGeom>
              <a:avLst/>
              <a:gdLst/>
              <a:ahLst/>
              <a:cxnLst/>
              <a:rect r="r" b="b" t="t" l="l"/>
              <a:pathLst>
                <a:path h="914400" w="2871216">
                  <a:moveTo>
                    <a:pt x="0" y="0"/>
                  </a:moveTo>
                  <a:lnTo>
                    <a:pt x="2871216" y="0"/>
                  </a:lnTo>
                  <a:lnTo>
                    <a:pt x="28712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" r="0" b="-111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871216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Crear Rutina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745164" y="4649153"/>
            <a:ext cx="412623" cy="28575"/>
            <a:chOff x="0" y="0"/>
            <a:chExt cx="550164" cy="3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0164" cy="38100"/>
            </a:xfrm>
            <a:custGeom>
              <a:avLst/>
              <a:gdLst/>
              <a:ahLst/>
              <a:cxnLst/>
              <a:rect r="r" b="b" t="t" l="l"/>
              <a:pathLst>
                <a:path h="38100" w="550164">
                  <a:moveTo>
                    <a:pt x="0" y="0"/>
                  </a:moveTo>
                  <a:lnTo>
                    <a:pt x="550164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1363" r="0" b="-231363"/>
              </a:stretch>
            </a:blip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143500" y="4320540"/>
            <a:ext cx="2269998" cy="685800"/>
            <a:chOff x="0" y="0"/>
            <a:chExt cx="3026664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26664" cy="914400"/>
            </a:xfrm>
            <a:custGeom>
              <a:avLst/>
              <a:gdLst/>
              <a:ahLst/>
              <a:cxnLst/>
              <a:rect r="r" b="b" t="t" l="l"/>
              <a:pathLst>
                <a:path h="914400" w="302666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880360" y="0"/>
                  </a:lnTo>
                  <a:cubicBezTo>
                    <a:pt x="2961132" y="0"/>
                    <a:pt x="3026664" y="65532"/>
                    <a:pt x="3026664" y="146304"/>
                  </a:cubicBezTo>
                  <a:lnTo>
                    <a:pt x="3026664" y="768096"/>
                  </a:lnTo>
                  <a:cubicBezTo>
                    <a:pt x="3026664" y="848868"/>
                    <a:pt x="2961132" y="914400"/>
                    <a:pt x="288036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143500" y="4320540"/>
            <a:ext cx="2269998" cy="685800"/>
            <a:chOff x="0" y="0"/>
            <a:chExt cx="3026664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26664" cy="914400"/>
            </a:xfrm>
            <a:custGeom>
              <a:avLst/>
              <a:gdLst/>
              <a:ahLst/>
              <a:cxnLst/>
              <a:rect r="r" b="b" t="t" l="l"/>
              <a:pathLst>
                <a:path h="914400" w="3026664">
                  <a:moveTo>
                    <a:pt x="0" y="0"/>
                  </a:moveTo>
                  <a:lnTo>
                    <a:pt x="3026664" y="0"/>
                  </a:lnTo>
                  <a:lnTo>
                    <a:pt x="30266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95" r="0" b="-144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02666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Editar Rutina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99210" y="4649153"/>
            <a:ext cx="412623" cy="28575"/>
            <a:chOff x="0" y="0"/>
            <a:chExt cx="550164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0164" cy="38100"/>
            </a:xfrm>
            <a:custGeom>
              <a:avLst/>
              <a:gdLst/>
              <a:ahLst/>
              <a:cxnLst/>
              <a:rect r="r" b="b" t="t" l="l"/>
              <a:pathLst>
                <a:path h="38100" w="550164">
                  <a:moveTo>
                    <a:pt x="0" y="0"/>
                  </a:moveTo>
                  <a:lnTo>
                    <a:pt x="550164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1363" r="0" b="-231363"/>
              </a:stretch>
            </a:blip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797546" y="4320540"/>
            <a:ext cx="2386584" cy="685800"/>
            <a:chOff x="0" y="0"/>
            <a:chExt cx="3182112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82112" cy="914400"/>
            </a:xfrm>
            <a:custGeom>
              <a:avLst/>
              <a:gdLst/>
              <a:ahLst/>
              <a:cxnLst/>
              <a:rect r="r" b="b" t="t" l="l"/>
              <a:pathLst>
                <a:path h="914400" w="318211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035808" y="0"/>
                  </a:lnTo>
                  <a:cubicBezTo>
                    <a:pt x="3116580" y="0"/>
                    <a:pt x="3182112" y="65532"/>
                    <a:pt x="3182112" y="146304"/>
                  </a:cubicBezTo>
                  <a:lnTo>
                    <a:pt x="3182112" y="768096"/>
                  </a:lnTo>
                  <a:cubicBezTo>
                    <a:pt x="3182112" y="848868"/>
                    <a:pt x="3116580" y="914400"/>
                    <a:pt x="3035808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797546" y="4320540"/>
            <a:ext cx="2386584" cy="685800"/>
            <a:chOff x="0" y="0"/>
            <a:chExt cx="3182112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82112" cy="914400"/>
            </a:xfrm>
            <a:custGeom>
              <a:avLst/>
              <a:gdLst/>
              <a:ahLst/>
              <a:cxnLst/>
              <a:rect r="r" b="b" t="t" l="l"/>
              <a:pathLst>
                <a:path h="91440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07" r="0" b="-1780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1821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Asignar Rutina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14412" y="6226492"/>
            <a:ext cx="988695" cy="988695"/>
            <a:chOff x="0" y="0"/>
            <a:chExt cx="1318260" cy="13182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18260" cy="1318260"/>
            </a:xfrm>
            <a:custGeom>
              <a:avLst/>
              <a:gdLst/>
              <a:ahLst/>
              <a:cxnLst/>
              <a:rect r="r" b="b" t="t" l="l"/>
              <a:pathLst>
                <a:path h="1318260" w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E1E1E"/>
            </a:solid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48156" y="6460236"/>
            <a:ext cx="521208" cy="521208"/>
            <a:chOff x="0" y="0"/>
            <a:chExt cx="694944" cy="694944"/>
          </a:xfrm>
        </p:grpSpPr>
        <p:sp>
          <p:nvSpPr>
            <p:cNvPr name="Freeform 60" id="60" descr="/home/claude/icons/admin_lim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74320" y="7269480"/>
            <a:ext cx="2468880" cy="480060"/>
            <a:chOff x="0" y="0"/>
            <a:chExt cx="329184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291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606040" y="6377940"/>
            <a:ext cx="1687068" cy="685800"/>
            <a:chOff x="0" y="0"/>
            <a:chExt cx="2249424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03120" y="0"/>
                  </a:lnTo>
                  <a:cubicBezTo>
                    <a:pt x="2183892" y="0"/>
                    <a:pt x="2249424" y="65532"/>
                    <a:pt x="2249424" y="146304"/>
                  </a:cubicBezTo>
                  <a:lnTo>
                    <a:pt x="2249424" y="768096"/>
                  </a:lnTo>
                  <a:cubicBezTo>
                    <a:pt x="2249424" y="848868"/>
                    <a:pt x="2183892" y="914400"/>
                    <a:pt x="210312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606040" y="6377940"/>
            <a:ext cx="1687068" cy="685800"/>
            <a:chOff x="0" y="0"/>
            <a:chExt cx="2249424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0"/>
                  </a:moveTo>
                  <a:lnTo>
                    <a:pt x="2249424" y="0"/>
                  </a:lnTo>
                  <a:lnTo>
                    <a:pt x="22494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55" t="0" r="-215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24942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278820" y="6706553"/>
            <a:ext cx="412623" cy="28575"/>
            <a:chOff x="0" y="0"/>
            <a:chExt cx="550164" cy="38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0164" cy="38100"/>
            </a:xfrm>
            <a:custGeom>
              <a:avLst/>
              <a:gdLst/>
              <a:ahLst/>
              <a:cxnLst/>
              <a:rect r="r" b="b" t="t" l="l"/>
              <a:pathLst>
                <a:path h="38100" w="550164">
                  <a:moveTo>
                    <a:pt x="0" y="0"/>
                  </a:moveTo>
                  <a:lnTo>
                    <a:pt x="550164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31363" r="0" b="-231363"/>
              </a:stretch>
            </a:blipFill>
            <a:ln w="28575" cap="sq">
              <a:solidFill>
                <a:srgbClr val="D4FF3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4677156" y="6377940"/>
            <a:ext cx="1687068" cy="685800"/>
            <a:chOff x="0" y="0"/>
            <a:chExt cx="2249424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03120" y="0"/>
                  </a:lnTo>
                  <a:cubicBezTo>
                    <a:pt x="2183892" y="0"/>
                    <a:pt x="2249424" y="65532"/>
                    <a:pt x="2249424" y="146304"/>
                  </a:cubicBezTo>
                  <a:lnTo>
                    <a:pt x="2249424" y="768096"/>
                  </a:lnTo>
                  <a:cubicBezTo>
                    <a:pt x="2249424" y="848868"/>
                    <a:pt x="2183892" y="914400"/>
                    <a:pt x="2103120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677156" y="6377940"/>
            <a:ext cx="1687068" cy="685800"/>
            <a:chOff x="0" y="0"/>
            <a:chExt cx="2249424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49424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4">
                  <a:moveTo>
                    <a:pt x="0" y="0"/>
                  </a:moveTo>
                  <a:lnTo>
                    <a:pt x="2249424" y="0"/>
                  </a:lnTo>
                  <a:lnTo>
                    <a:pt x="22494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55" t="0" r="-215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24942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7749540"/>
            <a:ext cx="16596360" cy="1577340"/>
            <a:chOff x="0" y="0"/>
            <a:chExt cx="22128480" cy="21031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65860" y="7927848"/>
            <a:ext cx="8229600" cy="411480"/>
            <a:chOff x="0" y="0"/>
            <a:chExt cx="10972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 DE USO PRINCIPALES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257300" y="8327898"/>
            <a:ext cx="1572768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75">
                <a:solidFill>
                  <a:srgbClr val="F2F2F2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Cliente: Registrarse, Iniciar sesión, Consultar rutinas, Registrar progreso   ·   Entrenador: Crear, Editar y Asignar rutinas   ·   Administrador: Gestionar usuarios y generar reportes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33">
                  <a:solidFill>
                    <a:srgbClr val="121212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Diagrama de Clases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49453" y="1837373"/>
            <a:ext cx="4143375" cy="1605915"/>
            <a:chOff x="0" y="0"/>
            <a:chExt cx="5524500" cy="2141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45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063740" y="1851660"/>
            <a:ext cx="4114800" cy="548640"/>
            <a:chOff x="0" y="0"/>
            <a:chExt cx="5486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063740" y="1851660"/>
            <a:ext cx="4114800" cy="548640"/>
            <a:chOff x="0" y="0"/>
            <a:chExt cx="54864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19772" y="2497455"/>
            <a:ext cx="3602736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id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nombre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email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rol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06852" y="3414712"/>
            <a:ext cx="28575" cy="508635"/>
            <a:chOff x="0" y="0"/>
            <a:chExt cx="38100" cy="6781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" cy="678180"/>
            </a:xfrm>
            <a:custGeom>
              <a:avLst/>
              <a:gdLst/>
              <a:ahLst/>
              <a:cxnLst/>
              <a:rect r="r" b="b" t="t" l="l"/>
              <a:pathLst>
                <a:path h="678180" w="38100">
                  <a:moveTo>
                    <a:pt x="0" y="0"/>
                  </a:moveTo>
                  <a:lnTo>
                    <a:pt x="38100" y="67818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233803" t="0" r="-2233803" b="0"/>
              </a:stretch>
            </a:blip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111692" y="3894772"/>
            <a:ext cx="14018895" cy="28575"/>
            <a:chOff x="0" y="0"/>
            <a:chExt cx="1869186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91861" cy="38100"/>
            </a:xfrm>
            <a:custGeom>
              <a:avLst/>
              <a:gdLst/>
              <a:ahLst/>
              <a:cxnLst/>
              <a:rect r="r" b="b" t="t" l="l"/>
              <a:pathLst>
                <a:path h="38100" w="18691861">
                  <a:moveTo>
                    <a:pt x="0" y="0"/>
                  </a:moveTo>
                  <a:lnTo>
                    <a:pt x="18691861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9509359" r="0" b="-9509359"/>
              </a:stretch>
            </a:blip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11692" y="3894772"/>
            <a:ext cx="28575" cy="440055"/>
            <a:chOff x="0" y="0"/>
            <a:chExt cx="381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586740"/>
            </a:xfrm>
            <a:custGeom>
              <a:avLst/>
              <a:gdLst/>
              <a:ahLst/>
              <a:cxnLst/>
              <a:rect r="r" b="b" t="t" l="l"/>
              <a:pathLst>
                <a:path h="586740" w="38100">
                  <a:moveTo>
                    <a:pt x="0" y="0"/>
                  </a:moveTo>
                  <a:lnTo>
                    <a:pt x="38100" y="5867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106852" y="3894772"/>
            <a:ext cx="28575" cy="440055"/>
            <a:chOff x="0" y="0"/>
            <a:chExt cx="381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586740"/>
            </a:xfrm>
            <a:custGeom>
              <a:avLst/>
              <a:gdLst/>
              <a:ahLst/>
              <a:cxnLst/>
              <a:rect r="r" b="b" t="t" l="l"/>
              <a:pathLst>
                <a:path h="586740" w="38100">
                  <a:moveTo>
                    <a:pt x="0" y="0"/>
                  </a:moveTo>
                  <a:lnTo>
                    <a:pt x="38100" y="5867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102012" y="3894772"/>
            <a:ext cx="28575" cy="440055"/>
            <a:chOff x="0" y="0"/>
            <a:chExt cx="381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586740"/>
            </a:xfrm>
            <a:custGeom>
              <a:avLst/>
              <a:gdLst/>
              <a:ahLst/>
              <a:cxnLst/>
              <a:rect r="r" b="b" t="t" l="l"/>
              <a:pathLst>
                <a:path h="586740" w="38100">
                  <a:moveTo>
                    <a:pt x="0" y="0"/>
                  </a:moveTo>
                  <a:lnTo>
                    <a:pt x="38100" y="5867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08672" y="4306253"/>
            <a:ext cx="4006215" cy="1605915"/>
            <a:chOff x="0" y="0"/>
            <a:chExt cx="5341620" cy="21412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416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4320540"/>
            <a:ext cx="3977640" cy="548640"/>
            <a:chOff x="0" y="0"/>
            <a:chExt cx="5303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4320540"/>
            <a:ext cx="3977640" cy="548640"/>
            <a:chOff x="0" y="0"/>
            <a:chExt cx="5303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8992" y="4966335"/>
            <a:ext cx="3465576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membresías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progreso[]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049453" y="4306253"/>
            <a:ext cx="4143375" cy="1605915"/>
            <a:chOff x="0" y="0"/>
            <a:chExt cx="5524500" cy="21412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245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063740" y="4320540"/>
            <a:ext cx="4114800" cy="548640"/>
            <a:chOff x="0" y="0"/>
            <a:chExt cx="54864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63740" y="4320540"/>
            <a:ext cx="4114800" cy="548640"/>
            <a:chOff x="0" y="0"/>
            <a:chExt cx="5486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Entrenador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319772" y="4966335"/>
            <a:ext cx="3602736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especialidad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rutinas[]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113193" y="4306253"/>
            <a:ext cx="4006215" cy="1605915"/>
            <a:chOff x="0" y="0"/>
            <a:chExt cx="5341620" cy="21412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16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127480" y="4320540"/>
            <a:ext cx="3977640" cy="548640"/>
            <a:chOff x="0" y="0"/>
            <a:chExt cx="5303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127480" y="4320540"/>
            <a:ext cx="3977640" cy="548640"/>
            <a:chOff x="0" y="0"/>
            <a:chExt cx="53035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4383512" y="4966335"/>
            <a:ext cx="3465576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permisos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08672" y="6637972"/>
            <a:ext cx="4006215" cy="2154555"/>
            <a:chOff x="0" y="0"/>
            <a:chExt cx="5341620" cy="2872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41620" cy="2872740"/>
            </a:xfrm>
            <a:custGeom>
              <a:avLst/>
              <a:gdLst/>
              <a:ahLst/>
              <a:cxnLst/>
              <a:rect r="r" b="b" t="t" l="l"/>
              <a:pathLst>
                <a:path h="287274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2872740"/>
                  </a:lnTo>
                  <a:lnTo>
                    <a:pt x="0" y="2872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6652260"/>
            <a:ext cx="3977640" cy="548640"/>
            <a:chOff x="0" y="0"/>
            <a:chExt cx="5303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22960" y="6652260"/>
            <a:ext cx="3977640" cy="548640"/>
            <a:chOff x="0" y="0"/>
            <a:chExt cx="5303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Rutina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78992" y="7298055"/>
            <a:ext cx="3465576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id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nombre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duración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ejercicios[]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049453" y="6637972"/>
            <a:ext cx="4143375" cy="2154555"/>
            <a:chOff x="0" y="0"/>
            <a:chExt cx="5524500" cy="28727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24500" cy="2872740"/>
            </a:xfrm>
            <a:custGeom>
              <a:avLst/>
              <a:gdLst/>
              <a:ahLst/>
              <a:cxnLst/>
              <a:rect r="r" b="b" t="t" l="l"/>
              <a:pathLst>
                <a:path h="2872740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2872740"/>
                  </a:lnTo>
                  <a:lnTo>
                    <a:pt x="0" y="2872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063740" y="6652260"/>
            <a:ext cx="4114800" cy="548640"/>
            <a:chOff x="0" y="0"/>
            <a:chExt cx="54864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063740" y="6652260"/>
            <a:ext cx="4114800" cy="548640"/>
            <a:chOff x="0" y="0"/>
            <a:chExt cx="54864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Ejercicio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319772" y="7298055"/>
            <a:ext cx="3602736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id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nombre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grupo muscular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series/reps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4113193" y="6637972"/>
            <a:ext cx="4006215" cy="2154555"/>
            <a:chOff x="0" y="0"/>
            <a:chExt cx="5341620" cy="28727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41620" cy="2872740"/>
            </a:xfrm>
            <a:custGeom>
              <a:avLst/>
              <a:gdLst/>
              <a:ahLst/>
              <a:cxnLst/>
              <a:rect r="r" b="b" t="t" l="l"/>
              <a:pathLst>
                <a:path h="287274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2872740"/>
                  </a:lnTo>
                  <a:lnTo>
                    <a:pt x="0" y="2872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1212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127480" y="6652260"/>
            <a:ext cx="3977640" cy="548640"/>
            <a:chOff x="0" y="0"/>
            <a:chExt cx="53035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127480" y="6652260"/>
            <a:ext cx="3977640" cy="548640"/>
            <a:chOff x="0" y="0"/>
            <a:chExt cx="530352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D4FF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Progreso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4383512" y="7298055"/>
            <a:ext cx="3465576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id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fecha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peso</a:t>
            </a:r>
          </a:p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 observaciones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2797492" y="5883592"/>
            <a:ext cx="28575" cy="782955"/>
            <a:chOff x="0" y="0"/>
            <a:chExt cx="38100" cy="10439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1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8100">
                  <a:moveTo>
                    <a:pt x="0" y="0"/>
                  </a:moveTo>
                  <a:lnTo>
                    <a:pt x="38100" y="1043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465517" t="0" r="-3465517" b="0"/>
              </a:stretch>
            </a:blipFill>
            <a:ln w="28575" cap="sq">
              <a:solidFill>
                <a:srgbClr val="121212"/>
              </a:solidFill>
              <a:prstDash val="dash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106852" y="5883592"/>
            <a:ext cx="28575" cy="782955"/>
            <a:chOff x="0" y="0"/>
            <a:chExt cx="38100" cy="10439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81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8100">
                  <a:moveTo>
                    <a:pt x="0" y="0"/>
                  </a:moveTo>
                  <a:lnTo>
                    <a:pt x="38100" y="1043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465517" t="0" r="-3465517" b="0"/>
              </a:stretch>
            </a:blipFill>
            <a:ln w="28575" cap="sq">
              <a:solidFill>
                <a:srgbClr val="121212"/>
              </a:solidFill>
              <a:prstDash val="dash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6102012" y="5883592"/>
            <a:ext cx="28575" cy="782955"/>
            <a:chOff x="0" y="0"/>
            <a:chExt cx="38100" cy="10439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81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8100">
                  <a:moveTo>
                    <a:pt x="0" y="0"/>
                  </a:moveTo>
                  <a:lnTo>
                    <a:pt x="38100" y="10439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465517" t="0" r="-3465517" b="0"/>
              </a:stretch>
            </a:blipFill>
            <a:ln w="28575" cap="sq">
              <a:solidFill>
                <a:srgbClr val="121212"/>
              </a:solidFill>
              <a:prstDash val="dash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828800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3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Mockup de Interfaz — Página de Inicio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1567815"/>
            <a:ext cx="16615410" cy="7837170"/>
            <a:chOff x="0" y="0"/>
            <a:chExt cx="22153880" cy="10449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53880" cy="10449560"/>
            </a:xfrm>
            <a:custGeom>
              <a:avLst/>
              <a:gdLst/>
              <a:ahLst/>
              <a:cxnLst/>
              <a:rect r="r" b="b" t="t" l="l"/>
              <a:pathLst>
                <a:path h="10449560" w="22153880">
                  <a:moveTo>
                    <a:pt x="0" y="0"/>
                  </a:moveTo>
                  <a:lnTo>
                    <a:pt x="22153880" y="0"/>
                  </a:lnTo>
                  <a:lnTo>
                    <a:pt x="22153880" y="10449560"/>
                  </a:lnTo>
                  <a:lnTo>
                    <a:pt x="0" y="10449560"/>
                  </a:lnTo>
                  <a:close/>
                </a:path>
              </a:pathLst>
            </a:custGeom>
            <a:solidFill>
              <a:srgbClr val="1A1A1A"/>
            </a:solidFill>
            <a:ln w="19050" cap="sq">
              <a:solidFill>
                <a:srgbClr val="2626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16596360" cy="548640"/>
            <a:chOff x="0" y="0"/>
            <a:chExt cx="221284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1755648"/>
            <a:ext cx="192024" cy="192024"/>
            <a:chOff x="0" y="0"/>
            <a:chExt cx="256032" cy="256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81328" y="1755648"/>
            <a:ext cx="192024" cy="192024"/>
            <a:chOff x="0" y="0"/>
            <a:chExt cx="256032" cy="2560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65376" y="1755648"/>
            <a:ext cx="192024" cy="192024"/>
            <a:chOff x="0" y="0"/>
            <a:chExt cx="256032" cy="25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20840" y="1687068"/>
            <a:ext cx="4800600" cy="329184"/>
            <a:chOff x="0" y="0"/>
            <a:chExt cx="6400800" cy="43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6400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181344" y="0"/>
                  </a:lnTo>
                  <a:cubicBezTo>
                    <a:pt x="6302502" y="0"/>
                    <a:pt x="6400800" y="98298"/>
                    <a:pt x="6400800" y="219456"/>
                  </a:cubicBezTo>
                  <a:cubicBezTo>
                    <a:pt x="6400800" y="340614"/>
                    <a:pt x="6302502" y="438912"/>
                    <a:pt x="6181344" y="438912"/>
                  </a:cubicBezTo>
                  <a:lnTo>
                    <a:pt x="219456" y="438912"/>
                  </a:ln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20840" y="1687068"/>
            <a:ext cx="4800600" cy="329184"/>
            <a:chOff x="0" y="0"/>
            <a:chExt cx="6400800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438912"/>
            </a:xfrm>
            <a:custGeom>
              <a:avLst/>
              <a:gdLst/>
              <a:ahLst/>
              <a:cxnLst/>
              <a:rect r="r" b="b" t="t" l="l"/>
              <a:pathLst>
                <a:path h="43891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156" r="0" b="-2341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4008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powertrack.app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2125980"/>
            <a:ext cx="16596360" cy="754380"/>
            <a:chOff x="0" y="0"/>
            <a:chExt cx="2212848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2121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2304288"/>
            <a:ext cx="384048" cy="384048"/>
            <a:chOff x="0" y="0"/>
            <a:chExt cx="512064" cy="512064"/>
          </a:xfrm>
        </p:grpSpPr>
        <p:sp>
          <p:nvSpPr>
            <p:cNvPr name="Freeform 23" id="23" descr="/home/claude/icons/dumbbell_lim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5920" y="2125980"/>
            <a:ext cx="3429000" cy="754380"/>
            <a:chOff x="0" y="0"/>
            <a:chExt cx="457200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5720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16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POWERTRACK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09360" y="2125980"/>
            <a:ext cx="1783080" cy="754380"/>
            <a:chOff x="0" y="0"/>
            <a:chExt cx="23774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C9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61020" y="2125980"/>
            <a:ext cx="1783080" cy="754380"/>
            <a:chOff x="0" y="0"/>
            <a:chExt cx="23774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C9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Rutinas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12680" y="2125980"/>
            <a:ext cx="1783080" cy="754380"/>
            <a:chOff x="0" y="0"/>
            <a:chExt cx="237744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C9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Entrenadores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64340" y="2125980"/>
            <a:ext cx="1783080" cy="754380"/>
            <a:chOff x="0" y="0"/>
            <a:chExt cx="23774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7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82" t="0" r="-42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3774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C9C9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224760" y="2276856"/>
            <a:ext cx="1783080" cy="452628"/>
            <a:chOff x="0" y="0"/>
            <a:chExt cx="2377440" cy="603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084832" y="0"/>
                  </a:lnTo>
                  <a:cubicBezTo>
                    <a:pt x="2246376" y="0"/>
                    <a:pt x="2377440" y="131064"/>
                    <a:pt x="2377440" y="292608"/>
                  </a:cubicBezTo>
                  <a:lnTo>
                    <a:pt x="2377440" y="310896"/>
                  </a:lnTo>
                  <a:cubicBezTo>
                    <a:pt x="2377440" y="472440"/>
                    <a:pt x="2246376" y="603504"/>
                    <a:pt x="2084832" y="603504"/>
                  </a:cubicBezTo>
                  <a:lnTo>
                    <a:pt x="292608" y="603504"/>
                  </a:lnTo>
                  <a:cubicBezTo>
                    <a:pt x="131064" y="603504"/>
                    <a:pt x="0" y="472440"/>
                    <a:pt x="0" y="310896"/>
                  </a:cubicBezTo>
                  <a:close/>
                </a:path>
              </a:pathLst>
            </a:custGeom>
            <a:solidFill>
              <a:srgbClr val="D4FF3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224760" y="2276856"/>
            <a:ext cx="1783080" cy="452628"/>
            <a:chOff x="0" y="0"/>
            <a:chExt cx="2377440" cy="6035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77440" cy="603504"/>
            </a:xfrm>
            <a:custGeom>
              <a:avLst/>
              <a:gdLst/>
              <a:ahLst/>
              <a:cxnLst/>
              <a:rect r="r" b="b" t="t" l="l"/>
              <a:pathLst>
                <a:path h="60350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59" r="0" b="-267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377440" cy="632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212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Iniciar sesión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2880360"/>
            <a:ext cx="16596360" cy="4251960"/>
            <a:chOff x="0" y="0"/>
            <a:chExt cx="22128480" cy="5669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5669280"/>
            </a:xfrm>
            <a:custGeom>
              <a:avLst/>
              <a:gdLst/>
              <a:ahLst/>
              <a:cxnLst/>
              <a:rect r="r" b="b" t="t" l="l"/>
              <a:pathLst>
                <a:path h="5669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669280"/>
                  </a:lnTo>
                  <a:lnTo>
                    <a:pt x="0" y="566928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38360" y="2880360"/>
            <a:ext cx="7680960" cy="4251960"/>
            <a:chOff x="0" y="0"/>
            <a:chExt cx="10241280" cy="5669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5669280"/>
            </a:xfrm>
            <a:custGeom>
              <a:avLst/>
              <a:gdLst/>
              <a:ahLst/>
              <a:cxnLst/>
              <a:rect r="r" b="b" t="t" l="l"/>
              <a:pathLst>
                <a:path h="5669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69280"/>
                  </a:lnTo>
                  <a:lnTo>
                    <a:pt x="0" y="566928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030200" y="4251960"/>
            <a:ext cx="1645920" cy="1645920"/>
            <a:chOff x="0" y="0"/>
            <a:chExt cx="2194560" cy="2194560"/>
          </a:xfrm>
        </p:grpSpPr>
        <p:sp>
          <p:nvSpPr>
            <p:cNvPr name="Freeform 49" id="49" descr="/home/claude/icons/running_lime.png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8760" y="3634740"/>
            <a:ext cx="8503920" cy="1783080"/>
            <a:chOff x="0" y="0"/>
            <a:chExt cx="11338560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385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133856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08"/>
                </a:lnSpc>
              </a:pPr>
              <a:r>
                <a:rPr lang="en-US" b="true" sz="4500" spc="35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TU PROGRESO,</a:t>
              </a:r>
            </a:p>
            <a:p>
              <a:pPr algn="l">
                <a:lnSpc>
                  <a:spcPts val="5508"/>
                </a:lnSpc>
              </a:pPr>
              <a:r>
                <a:rPr lang="en-US" b="true" sz="4500" spc="35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BAJO CONTROL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00200" y="5377815"/>
            <a:ext cx="749808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C9C9C9"/>
                </a:solidFill>
                <a:latin typeface="Calibri (MS)"/>
                <a:ea typeface="Calibri (MS)"/>
                <a:cs typeface="Calibri (MS)"/>
                <a:sym typeface="Calibri (MS)"/>
              </a:rPr>
              <a:t>Rutinas personalizadas, seguimiento de progreso y gestión de entrenadores en un solo lugar.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08760" y="6309360"/>
            <a:ext cx="2606040" cy="617220"/>
            <a:chOff x="0" y="0"/>
            <a:chExt cx="347472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822960"/>
            </a:xfrm>
            <a:custGeom>
              <a:avLst/>
              <a:gdLst/>
              <a:ahLst/>
              <a:cxnLst/>
              <a:rect r="r" b="b" t="t" l="l"/>
              <a:pathLst>
                <a:path h="822960" w="347472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3072384" y="0"/>
                  </a:lnTo>
                  <a:cubicBezTo>
                    <a:pt x="3294634" y="0"/>
                    <a:pt x="3474720" y="180086"/>
                    <a:pt x="3474720" y="402336"/>
                  </a:cubicBezTo>
                  <a:lnTo>
                    <a:pt x="3474720" y="420624"/>
                  </a:lnTo>
                  <a:cubicBezTo>
                    <a:pt x="3474720" y="642874"/>
                    <a:pt x="3294634" y="822960"/>
                    <a:pt x="3072384" y="822960"/>
                  </a:cubicBezTo>
                  <a:lnTo>
                    <a:pt x="402336" y="822960"/>
                  </a:lnTo>
                  <a:cubicBezTo>
                    <a:pt x="180086" y="822960"/>
                    <a:pt x="0" y="642874"/>
                    <a:pt x="0" y="420624"/>
                  </a:cubicBezTo>
                  <a:close/>
                </a:path>
              </a:pathLst>
            </a:custGeom>
            <a:solidFill>
              <a:srgbClr val="D4FF3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08760" y="6309360"/>
            <a:ext cx="2606040" cy="617220"/>
            <a:chOff x="0" y="0"/>
            <a:chExt cx="347472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74720" cy="822960"/>
            </a:xfrm>
            <a:custGeom>
              <a:avLst/>
              <a:gdLst/>
              <a:ahLst/>
              <a:cxnLst/>
              <a:rect r="r" b="b" t="t" l="l"/>
              <a:pathLst>
                <a:path h="8229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47472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212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Comenzar ahora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11015" y="6299835"/>
            <a:ext cx="2213610" cy="636270"/>
            <a:chOff x="0" y="0"/>
            <a:chExt cx="2951480" cy="848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51480" cy="848360"/>
            </a:xfrm>
            <a:custGeom>
              <a:avLst/>
              <a:gdLst/>
              <a:ahLst/>
              <a:cxnLst/>
              <a:rect r="r" b="b" t="t" l="l"/>
              <a:pathLst>
                <a:path h="848360" w="2951480">
                  <a:moveTo>
                    <a:pt x="0" y="414782"/>
                  </a:moveTo>
                  <a:cubicBezTo>
                    <a:pt x="0" y="185674"/>
                    <a:pt x="185674" y="0"/>
                    <a:pt x="414782" y="0"/>
                  </a:cubicBezTo>
                  <a:lnTo>
                    <a:pt x="2536698" y="0"/>
                  </a:lnTo>
                  <a:cubicBezTo>
                    <a:pt x="2765806" y="0"/>
                    <a:pt x="2951480" y="185674"/>
                    <a:pt x="2951480" y="414782"/>
                  </a:cubicBezTo>
                  <a:lnTo>
                    <a:pt x="2951480" y="433578"/>
                  </a:lnTo>
                  <a:cubicBezTo>
                    <a:pt x="2951480" y="662686"/>
                    <a:pt x="2765806" y="848360"/>
                    <a:pt x="2536698" y="848360"/>
                  </a:cubicBezTo>
                  <a:lnTo>
                    <a:pt x="414782" y="848360"/>
                  </a:lnTo>
                  <a:cubicBezTo>
                    <a:pt x="185674" y="848360"/>
                    <a:pt x="0" y="662686"/>
                    <a:pt x="0" y="43357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89" r="0" b="-17789"/>
              </a:stretch>
            </a:blipFill>
            <a:ln w="19050" cap="sq">
              <a:solidFill>
                <a:srgbClr val="C9C9C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320540" y="6309360"/>
            <a:ext cx="2194560" cy="617220"/>
            <a:chOff x="0" y="0"/>
            <a:chExt cx="2926080" cy="822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92608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 rutinas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08760" y="7475220"/>
            <a:ext cx="2194560" cy="617220"/>
            <a:chOff x="0" y="0"/>
            <a:chExt cx="292608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3">
                  <a:solidFill>
                    <a:srgbClr val="D4FF3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+120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08760" y="8051292"/>
            <a:ext cx="2468880" cy="411480"/>
            <a:chOff x="0" y="0"/>
            <a:chExt cx="329184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1840" cy="548640"/>
            </a:xfrm>
            <a:custGeom>
              <a:avLst/>
              <a:gdLst/>
              <a:ahLst/>
              <a:cxnLst/>
              <a:rect r="r" b="b" t="t" l="l"/>
              <a:pathLst>
                <a:path h="548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2918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Rutinas activas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114800" y="7475220"/>
            <a:ext cx="2194560" cy="617220"/>
            <a:chOff x="0" y="0"/>
            <a:chExt cx="2926080" cy="822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3">
                  <a:solidFill>
                    <a:srgbClr val="D4FF3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98%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114800" y="8051292"/>
            <a:ext cx="2468880" cy="411480"/>
            <a:chOff x="0" y="0"/>
            <a:chExt cx="329184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1840" cy="548640"/>
            </a:xfrm>
            <a:custGeom>
              <a:avLst/>
              <a:gdLst/>
              <a:ahLst/>
              <a:cxnLst/>
              <a:rect r="r" b="b" t="t" l="l"/>
              <a:pathLst>
                <a:path h="548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2918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Satisfacción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720840" y="7475220"/>
            <a:ext cx="2194560" cy="617220"/>
            <a:chOff x="0" y="0"/>
            <a:chExt cx="2926080" cy="8229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926080" cy="822960"/>
            </a:xfrm>
            <a:custGeom>
              <a:avLst/>
              <a:gdLst/>
              <a:ahLst/>
              <a:cxnLst/>
              <a:rect r="r" b="b" t="t" l="l"/>
              <a:pathLst>
                <a:path h="822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3">
                  <a:solidFill>
                    <a:srgbClr val="D4FF3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24/7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720840" y="8051292"/>
            <a:ext cx="2468880" cy="411480"/>
            <a:chOff x="0" y="0"/>
            <a:chExt cx="329184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91840" cy="548640"/>
            </a:xfrm>
            <a:custGeom>
              <a:avLst/>
              <a:gdLst/>
              <a:ahLst/>
              <a:cxnLst/>
              <a:rect r="r" b="b" t="t" l="l"/>
              <a:pathLst>
                <a:path h="5486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2918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Seguimiento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074116" y="7330916"/>
            <a:ext cx="2277428" cy="1385888"/>
            <a:chOff x="0" y="0"/>
            <a:chExt cx="3036570" cy="18478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365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3036570">
                  <a:moveTo>
                    <a:pt x="0" y="0"/>
                  </a:moveTo>
                  <a:lnTo>
                    <a:pt x="3036570" y="0"/>
                  </a:lnTo>
                  <a:lnTo>
                    <a:pt x="30365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232323"/>
            </a:solidFill>
            <a:ln w="14288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0259568" y="7516368"/>
            <a:ext cx="301752" cy="301752"/>
            <a:chOff x="0" y="0"/>
            <a:chExt cx="402336" cy="402336"/>
          </a:xfrm>
        </p:grpSpPr>
        <p:sp>
          <p:nvSpPr>
            <p:cNvPr name="Freeform 85" id="85" descr="/home/claude/icons/chart_lime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259568" y="7914132"/>
            <a:ext cx="1920240" cy="384048"/>
            <a:chOff x="0" y="0"/>
            <a:chExt cx="256032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5603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Progreso Semanal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59568" y="8270748"/>
            <a:ext cx="1920240" cy="411480"/>
            <a:chOff x="0" y="0"/>
            <a:chExt cx="256032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25603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+12% vs. semana anterior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542996" y="7330916"/>
            <a:ext cx="2277428" cy="1385888"/>
            <a:chOff x="0" y="0"/>
            <a:chExt cx="3036570" cy="18478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365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3036570">
                  <a:moveTo>
                    <a:pt x="0" y="0"/>
                  </a:moveTo>
                  <a:lnTo>
                    <a:pt x="3036570" y="0"/>
                  </a:lnTo>
                  <a:lnTo>
                    <a:pt x="30365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232323"/>
            </a:solidFill>
            <a:ln w="14288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728448" y="7516368"/>
            <a:ext cx="301752" cy="301752"/>
            <a:chOff x="0" y="0"/>
            <a:chExt cx="402336" cy="402336"/>
          </a:xfrm>
        </p:grpSpPr>
        <p:sp>
          <p:nvSpPr>
            <p:cNvPr name="Freeform 95" id="95" descr="/home/claude/icons/clipboard_lime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728448" y="7914132"/>
            <a:ext cx="1920240" cy="384048"/>
            <a:chOff x="0" y="0"/>
            <a:chExt cx="2560320" cy="5120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0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25603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Rutina de Hoy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728448" y="8270748"/>
            <a:ext cx="1920240" cy="411480"/>
            <a:chOff x="0" y="0"/>
            <a:chExt cx="256032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5603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 superior · 45 min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011876" y="7330916"/>
            <a:ext cx="2277428" cy="1385888"/>
            <a:chOff x="0" y="0"/>
            <a:chExt cx="3036570" cy="184785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0365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3036570">
                  <a:moveTo>
                    <a:pt x="0" y="0"/>
                  </a:moveTo>
                  <a:lnTo>
                    <a:pt x="3036570" y="0"/>
                  </a:lnTo>
                  <a:lnTo>
                    <a:pt x="30365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232323"/>
            </a:solidFill>
            <a:ln w="14288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197328" y="7516368"/>
            <a:ext cx="301752" cy="301752"/>
            <a:chOff x="0" y="0"/>
            <a:chExt cx="402336" cy="402336"/>
          </a:xfrm>
        </p:grpSpPr>
        <p:sp>
          <p:nvSpPr>
            <p:cNvPr name="Freeform 105" id="105" descr="/home/claude/icons/trainer_lime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197328" y="7914132"/>
            <a:ext cx="1920240" cy="384048"/>
            <a:chOff x="0" y="0"/>
            <a:chExt cx="2560320" cy="5120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60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5603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 Entrenador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197328" y="8270748"/>
            <a:ext cx="1920240" cy="411480"/>
            <a:chOff x="0" y="0"/>
            <a:chExt cx="256032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5603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9A9A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Mensaje nuevo de Carlos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85800" y="9806940"/>
            <a:ext cx="5486400" cy="411480"/>
            <a:chOff x="0" y="0"/>
            <a:chExt cx="7315200" cy="548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POWERTRACK · MINI SRS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6870680" y="9806940"/>
            <a:ext cx="685800" cy="411480"/>
            <a:chOff x="0" y="0"/>
            <a:chExt cx="91440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6E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DAHPE8Spi8E</dc:identifier>
  <dcterms:modified xsi:type="dcterms:W3CDTF">2011-08-01T06:04:30Z</dcterms:modified>
  <cp:revision>1</cp:revision>
  <dc:title>POWERTRACK_Mockup_SRS.pptx</dc:title>
</cp:coreProperties>
</file>